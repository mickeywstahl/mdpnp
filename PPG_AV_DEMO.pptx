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15DE0-FF45-B5A9-5937-151695FC5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C0239E-57F9-4A4A-3C2F-9B5710E23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0BE23-1B36-9C2F-BFAA-3E6450B72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C7B0F-0717-4B76-88D3-DECF5F5C823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C3B13-3805-4077-081E-6A071CBE9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86E25-2212-DA4C-57DC-C9403216B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9222A-B7E7-4DA0-8D74-C13AAD1F9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73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C88DD-CC60-924D-44F6-AAEE943DF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E5AB5-AD00-EA0F-C542-7918CB9FD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86F02-9205-30EB-5620-751188830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C7B0F-0717-4B76-88D3-DECF5F5C823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F4BB4-8D63-2EB6-AD04-E715522D6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2D164-CAA1-98B9-D05C-E8A867251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9222A-B7E7-4DA0-8D74-C13AAD1F9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49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09E7A-21F6-4BAB-FAEC-BEAA6C755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FB090-61AC-7258-A3DC-423601FCC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E8423-62D6-5FB0-AA39-EDC2F89AD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C7B0F-0717-4B76-88D3-DECF5F5C823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91350-F8E9-88A9-78AE-A9F684A35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B3E88-2915-39FB-4C10-667DB4CE9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9222A-B7E7-4DA0-8D74-C13AAD1F9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254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F38D3-31EC-4148-4D97-4D0442182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F2EDA-A6B8-B884-07E8-C27C0B968D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E48D53-DFC6-EFD9-6BEA-62DFF053E8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4E556-11A0-A555-01C6-9FEA41C48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C7B0F-0717-4B76-88D3-DECF5F5C823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D41AC-D36F-0A9D-23DE-17A4CF7FC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CF05E-5C73-E5C8-E389-5D9F9227A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9222A-B7E7-4DA0-8D74-C13AAD1F9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597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B4DE6-02A8-7437-0F38-FAF0F6460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426B8-8B95-3EA6-FE40-C4BB7C542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38D57-30C2-5448-8F30-6AF846149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83C52E-E22F-8FFA-05F2-09AE394C2D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651E45-4A2C-8FF0-9FE8-9B5C3F82F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FB2B5E-3C1D-AB96-F5F1-626013CD8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C7B0F-0717-4B76-88D3-DECF5F5C823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B48FB5-05C8-EB76-9636-76E86D6AE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390EF0-F383-1593-10BD-FCDEB2ED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9222A-B7E7-4DA0-8D74-C13AAD1F9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428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91255-5C8D-B8A5-E337-B3795A573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88632E-C461-D5BA-783C-18D7AC6CF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C7B0F-0717-4B76-88D3-DECF5F5C823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5E210B-8460-E8C7-93B9-CEAF8A0AE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68CD10-811A-CBB0-3A18-01FEA775A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9222A-B7E7-4DA0-8D74-C13AAD1F9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498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F192AC-0638-1596-96D2-54E06DB12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C7B0F-0717-4B76-88D3-DECF5F5C823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9EFF55-2A8C-41B1-46C0-590343500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E34A9-F2B4-72C6-EB97-CB2B7EC58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9222A-B7E7-4DA0-8D74-C13AAD1F9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36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425EB-C233-F222-B4C4-4CB20BE54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2EF49-710F-96D4-A8F2-C6C066A30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A3B9E-7A17-B13A-3BEA-6F1BE0104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966B6-3B40-FB8F-4E7F-89C0C9BD7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C7B0F-0717-4B76-88D3-DECF5F5C823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94F80-E714-FF43-4F2A-979E0AAED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03EC6E-F337-8D1B-AD6D-252BD326D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9222A-B7E7-4DA0-8D74-C13AAD1F9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5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892BC-C9DE-C852-FC79-BEFC3D5A3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6BC19C-311C-8BFE-395D-A0528BA038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AA4920-E21F-0594-B895-EBE25732E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96C9F-A77C-3737-621E-ED85320B4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C7B0F-0717-4B76-88D3-DECF5F5C823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B34696-7BFB-3E95-D000-812B8A813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322EE-6D88-FCCF-90E9-A28F5B591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9222A-B7E7-4DA0-8D74-C13AAD1F9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122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2C76-024D-0234-192A-7737B8C9F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73DA1-33C0-94F2-158F-990E21C73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B87E8-8484-674B-FC3F-7A0B0D37B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C7B0F-0717-4B76-88D3-DECF5F5C823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E2D9B-73ED-FF19-60F1-1663C25B7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8A2A3-7E6B-944B-78C8-211B79C27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9222A-B7E7-4DA0-8D74-C13AAD1F9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3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B26C9A-4FB7-6AFA-D098-9ADBF25EA3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652781-3274-FDBB-D378-40BF087168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1C31D-E88F-FA9D-1A1A-BC2F11CDD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C7B0F-0717-4B76-88D3-DECF5F5C823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3DB66-43CD-5EBA-4014-441810FD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97EF5-943E-F919-8B72-E3CD37E15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9222A-B7E7-4DA0-8D74-C13AAD1F9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30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09AB63-1550-B5F8-C16C-C87C1BB61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28162-1C02-84BE-D6A1-5E238D977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0295C-36E0-2315-79AD-BDA071C75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FC7B0F-0717-4B76-88D3-DECF5F5C8231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AC7DA-5ED2-7DE6-7AFB-BE3351C06C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A5A28-B9AF-F9C3-039A-10FC6A5E34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9222A-B7E7-4DA0-8D74-C13AAD1F9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960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CA4EC5-A3CE-5D4C-413A-500C07839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3-Level Automatic PPG Validation</a:t>
            </a:r>
          </a:p>
        </p:txBody>
      </p:sp>
      <p:pic>
        <p:nvPicPr>
          <p:cNvPr id="6" name="PPG_AV_DEMO">
            <a:hlinkClick r:id="" action="ppaction://media"/>
            <a:extLst>
              <a:ext uri="{FF2B5EF4-FFF2-40B4-BE49-F238E27FC236}">
                <a16:creationId xmlns:a16="http://schemas.microsoft.com/office/drawing/2014/main" id="{4D426618-1658-8A22-2B5F-ACD0E80039AF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08388" y="1825625"/>
            <a:ext cx="4973637" cy="4351338"/>
          </a:xfrm>
        </p:spPr>
      </p:pic>
    </p:spTree>
    <p:extLst>
      <p:ext uri="{BB962C8B-B14F-4D97-AF65-F5344CB8AC3E}">
        <p14:creationId xmlns:p14="http://schemas.microsoft.com/office/powerpoint/2010/main" val="538838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</Words>
  <Application>Microsoft Office PowerPoint</Application>
  <PresentationFormat>Widescreen</PresentationFormat>
  <Paragraphs>1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3-Level Automatic PPG Validation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Stahl, Michael</dc:creator>
  <cp:lastModifiedBy>Stahl, Michael</cp:lastModifiedBy>
  <cp:revision>1</cp:revision>
  <dcterms:created xsi:type="dcterms:W3CDTF">2025-11-15T22:30:19Z</dcterms:created>
  <dcterms:modified xsi:type="dcterms:W3CDTF">2025-11-15T22:39:53Z</dcterms:modified>
</cp:coreProperties>
</file>